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9" r:id="rId3"/>
    <p:sldId id="261" r:id="rId4"/>
    <p:sldId id="262" r:id="rId5"/>
    <p:sldId id="263" r:id="rId6"/>
    <p:sldId id="269" r:id="rId7"/>
    <p:sldId id="270" r:id="rId8"/>
    <p:sldId id="264" r:id="rId9"/>
    <p:sldId id="267" r:id="rId10"/>
    <p:sldId id="268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3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5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43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4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9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46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4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6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5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878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9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13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825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901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59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97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D655-F8C6-1575-E144-8A43006D6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Thinkforge</a:t>
            </a:r>
            <a:r>
              <a:rPr lang="en-US" dirty="0"/>
              <a:t> (group 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18066-9BB6-3E13-1991-2FD6E55B2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effectLst/>
              </a:rPr>
              <a:t> BIOMEDICAL ENGINEERING</a:t>
            </a:r>
          </a:p>
          <a:p>
            <a:r>
              <a:rPr lang="en-US" b="1" dirty="0">
                <a:effectLst/>
              </a:rPr>
              <a:t> MLS 413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LECTURER-IN-CHARGE:</a:t>
            </a:r>
          </a:p>
          <a:p>
            <a:r>
              <a:rPr lang="en-US" b="1" dirty="0">
                <a:effectLst/>
              </a:rPr>
              <a:t>ENGR. DR. SULEIMAN ABIMBOLA YAHAYA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9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E038-584D-544E-9362-6A3A1064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9575E-CDB2-39B3-D26C-55092FC16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77500" lnSpcReduction="20000"/>
          </a:bodyPr>
          <a:lstStyle/>
          <a:p>
            <a:pPr algn="just"/>
            <a:r>
              <a:rPr lang="en-US" dirty="0"/>
              <a:t>INTRODUCTION</a:t>
            </a:r>
          </a:p>
          <a:p>
            <a:r>
              <a:rPr lang="en-US" dirty="0"/>
              <a:t>AIM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EXISTING LITERATURE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METHODOLOGY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Components and use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Method and fabrication process</a:t>
            </a:r>
          </a:p>
          <a:p>
            <a:r>
              <a:rPr lang="en-US" dirty="0"/>
              <a:t>RESULT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1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7BCC-0BE7-26FD-A542-97F081EF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0B9C-4735-8BC1-FB07-86B4C118FA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laboratories, small actions can have big consequences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single breach in protocol like wearing a lab coat into a sterile area, can carry invisible contaminants that compromise test results and patient safety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Content Placeholder 5" descr="problem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752" y="2560320"/>
            <a:ext cx="5334000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7EB4-CF9F-5FA9-3DB3-4258BD8C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829" y="733268"/>
            <a:ext cx="9564329" cy="1326321"/>
          </a:xfrm>
        </p:spPr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2BFB-2A2F-5473-9F11-1C611177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3" y="2849100"/>
            <a:ext cx="10353762" cy="1332936"/>
          </a:xfrm>
        </p:spPr>
        <p:txBody>
          <a:bodyPr/>
          <a:lstStyle/>
          <a:p>
            <a:r>
              <a:rPr lang="en-US" dirty="0"/>
              <a:t>To develop a </a:t>
            </a:r>
            <a:r>
              <a:rPr lang="en-US" b="1" dirty="0"/>
              <a:t>SMART ENTRY SENTRY – a device that automatically detect the  use of lab coat at sterile environments to prevent cross-contamination.</a:t>
            </a:r>
          </a:p>
        </p:txBody>
      </p:sp>
    </p:spTree>
    <p:extLst>
      <p:ext uri="{BB962C8B-B14F-4D97-AF65-F5344CB8AC3E}">
        <p14:creationId xmlns:p14="http://schemas.microsoft.com/office/powerpoint/2010/main" val="187932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BC69-414F-ABA3-3AEB-D0628D2A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design and implement a vision-based system capable of recognizing lab coats in real time.</a:t>
            </a:r>
          </a:p>
          <a:p>
            <a:r>
              <a:rPr lang="en-US" dirty="0"/>
              <a:t>To integrate the detection system with an alert system that notifies personnel when a lab coat is detected.</a:t>
            </a:r>
          </a:p>
          <a:p>
            <a:r>
              <a:rPr lang="en-US" dirty="0"/>
              <a:t>To improve adherence to laboratory sterility protocols by providing a consistent, automated monitoring solution.</a:t>
            </a:r>
          </a:p>
          <a:p>
            <a:r>
              <a:rPr lang="en-US" dirty="0"/>
              <a:t>To minimize contamination of sterile areas and prevent spread and contaminants.</a:t>
            </a:r>
          </a:p>
          <a:p>
            <a:r>
              <a:rPr lang="en-US" dirty="0"/>
              <a:t>Evaluate facility-wide compliance trends through centralized data analytics to drive continuous safety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01824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72850"/>
            <a:ext cx="9601196" cy="1303867"/>
          </a:xfrm>
        </p:spPr>
        <p:txBody>
          <a:bodyPr/>
          <a:lstStyle/>
          <a:p>
            <a:r>
              <a:rPr lang="en-US" dirty="0" smtClean="0"/>
              <a:t>Existing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BC69-414F-ABA3-3AEB-D0628D2A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b="1" dirty="0" err="1"/>
              <a:t>Dipowin</a:t>
            </a:r>
            <a:r>
              <a:rPr lang="en-US" sz="3200" b="1" dirty="0"/>
              <a:t> (2025) – </a:t>
            </a:r>
            <a:r>
              <a:rPr lang="en-US" sz="3200" b="1" dirty="0" err="1"/>
              <a:t>LabGuard</a:t>
            </a:r>
            <a:r>
              <a:rPr lang="en-US" sz="3200" b="1" dirty="0"/>
              <a:t> Lab Coat Detection Device</a:t>
            </a:r>
            <a:endParaRPr lang="en-GB" sz="3200" b="1" dirty="0"/>
          </a:p>
          <a:p>
            <a:pPr marL="457200" indent="-457200">
              <a:buFont typeface="+mj-lt"/>
              <a:buAutoNum type="arabicPeriod"/>
            </a:pPr>
            <a:r>
              <a:rPr lang="en-US" sz="3200" b="1" dirty="0" err="1"/>
              <a:t>Grekkom</a:t>
            </a:r>
            <a:r>
              <a:rPr lang="en-US" sz="3200" b="1" dirty="0"/>
              <a:t> PPE Monitor</a:t>
            </a:r>
            <a:endParaRPr lang="en-GB" sz="32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0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Proposed Solution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propose the development of the "Smart Entry Sentry," an automated safety device capable of recognizing Personal Protective Equipment (PPE). </a:t>
            </a:r>
            <a:endParaRPr lang="en-US" dirty="0" smtClean="0"/>
          </a:p>
          <a:p>
            <a:r>
              <a:rPr lang="en-US" dirty="0"/>
              <a:t>The system functions through the following three </a:t>
            </a:r>
            <a:r>
              <a:rPr lang="en-US" dirty="0" smtClean="0"/>
              <a:t>steps</a:t>
            </a:r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Continuous Monitoring:</a:t>
            </a:r>
            <a:endParaRPr lang="en-GB" sz="1900" dirty="0"/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Real-Time Analysis:</a:t>
            </a:r>
            <a:endParaRPr lang="en-GB" sz="1900" dirty="0"/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Automated Alert System:</a:t>
            </a:r>
            <a:endParaRPr lang="en-GB" sz="1900" dirty="0"/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1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BA5E-0FE4-B764-380D-3DB25C82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06" y="698499"/>
            <a:ext cx="9601196" cy="1303867"/>
          </a:xfrm>
        </p:spPr>
        <p:txBody>
          <a:bodyPr/>
          <a:lstStyle/>
          <a:p>
            <a:r>
              <a:rPr lang="en-US" b="1" dirty="0" smtClean="0"/>
              <a:t>Components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EEF7-D120-A0BE-E9D3-51DB7737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3105" y="2551516"/>
            <a:ext cx="4864965" cy="3324351"/>
          </a:xfrm>
        </p:spPr>
        <p:txBody>
          <a:bodyPr>
            <a:normAutofit fontScale="85000" lnSpcReduction="10000"/>
          </a:bodyPr>
          <a:lstStyle/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>
                <a:effectLst/>
              </a:rPr>
              <a:t>ESP32 CAM</a:t>
            </a:r>
            <a:endParaRPr lang="en-US" dirty="0">
              <a:effectLst/>
            </a:endParaRP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LEDs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Resistors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Enclosure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Flex wire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Active buzzer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>
                <a:effectLst/>
              </a:rPr>
              <a:t>Transformer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/>
              <a:t>Diodes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err="1" smtClean="0"/>
              <a:t>Veroboard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effectLst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013703" y="2551516"/>
            <a:ext cx="5147355" cy="3324351"/>
          </a:xfrm>
        </p:spPr>
        <p:txBody>
          <a:bodyPr>
            <a:normAutofit fontScale="92500" lnSpcReduction="20000"/>
          </a:bodyPr>
          <a:lstStyle/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Printed circuit board (PCB)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Rectifier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Filtering slide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 err="1"/>
              <a:t>Regularor</a:t>
            </a:r>
            <a:r>
              <a:rPr lang="en-US" dirty="0"/>
              <a:t>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Batteries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 smtClean="0"/>
              <a:t>Header </a:t>
            </a:r>
            <a:r>
              <a:rPr lang="en-US" dirty="0"/>
              <a:t>pin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Jumper wire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Dc converter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9A9E-2024-CA74-8EDE-7C77BDAC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F5A3-4719-7901-E61B-EA2B9425F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5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84D-87FB-4083-0326-A7D1ACB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Limitations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E839-CC86-8856-0672-49A11B1D8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Although Raspberry pi 4 would have been an highly effective component for the proposed project. Due to the high cost, it was therefore replaced with a more affordable component, ESP32-CAM Module.</a:t>
            </a:r>
            <a:endParaRPr lang="en-GB" sz="2800" dirty="0"/>
          </a:p>
          <a:p>
            <a:r>
              <a:rPr lang="en-US" sz="2800" dirty="0"/>
              <a:t>The doorway environment must be properly illuminated to ensure a high quality image can be captured.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8990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84D-87FB-4083-0326-A7D1ACB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E839-CC86-8856-0672-49A11B1D8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Smart Entry Sentry, an automated PPE monitoring system  with a ESP32-CAM  accurately identify users wearing lab coat with 85-95% detection accuracy. The system provide real time results </a:t>
            </a:r>
            <a:r>
              <a:rPr lang="en-US" dirty="0" smtClean="0"/>
              <a:t>(3 – 5 </a:t>
            </a:r>
            <a:r>
              <a:rPr lang="en-US" dirty="0"/>
              <a:t>seconds) and trigger clear alert led (red light) to remind the personnel. This improve laboratory safety by ensuring PPE compliance and reduced contamination risks.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47" y="2560320"/>
            <a:ext cx="5211111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7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726638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sz="5300" b="1" dirty="0" smtClean="0"/>
              <a:t>Any Question?</a:t>
            </a:r>
            <a:br>
              <a:rPr lang="en-US" sz="5300" b="1" dirty="0" smtClean="0"/>
            </a:br>
            <a:r>
              <a:rPr lang="en-US" b="1" dirty="0" smtClean="0"/>
              <a:t>But we’d rather take none</a:t>
            </a:r>
            <a:endParaRPr lang="en-GB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449887"/>
            <a:ext cx="6857999" cy="3838574"/>
          </a:xfrm>
        </p:spPr>
      </p:pic>
    </p:spTree>
    <p:extLst>
      <p:ext uri="{BB962C8B-B14F-4D97-AF65-F5344CB8AC3E}">
        <p14:creationId xmlns:p14="http://schemas.microsoft.com/office/powerpoint/2010/main" val="384703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>
                <a:latin typeface="Airstrike" pitchFamily="2" charset="0"/>
              </a:rPr>
              <a:t>Thank you</a:t>
            </a:r>
            <a:endParaRPr lang="en-GB" sz="5400" b="1" dirty="0">
              <a:latin typeface="Airstrike" pitchFamily="2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17" y="605118"/>
            <a:ext cx="4770717" cy="571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5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390</TotalTime>
  <Words>391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Airstrike</vt:lpstr>
      <vt:lpstr>Arial</vt:lpstr>
      <vt:lpstr>Garamond</vt:lpstr>
      <vt:lpstr>Wingdings</vt:lpstr>
      <vt:lpstr>Organic</vt:lpstr>
      <vt:lpstr>Thinkforge (group 4)</vt:lpstr>
      <vt:lpstr>OUTLINE</vt:lpstr>
      <vt:lpstr>INTRODUCTION</vt:lpstr>
      <vt:lpstr>AIM</vt:lpstr>
      <vt:lpstr>objectives</vt:lpstr>
      <vt:lpstr>Existing Literature</vt:lpstr>
      <vt:lpstr>Proposed Solution</vt:lpstr>
      <vt:lpstr>Components</vt:lpstr>
      <vt:lpstr>Methodology</vt:lpstr>
      <vt:lpstr>Limitations</vt:lpstr>
      <vt:lpstr>Result</vt:lpstr>
      <vt:lpstr>Any Question? But we’d rather take none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Thinkforge (group 4)</dc:title>
  <dc:creator>Mutmainah Akinsola</dc:creator>
  <cp:lastModifiedBy>MATHEW</cp:lastModifiedBy>
  <cp:revision>12</cp:revision>
  <dcterms:created xsi:type="dcterms:W3CDTF">2026-01-10T22:52:26Z</dcterms:created>
  <dcterms:modified xsi:type="dcterms:W3CDTF">2026-01-15T00:00:09Z</dcterms:modified>
</cp:coreProperties>
</file>